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_rels/presentation.xml.rels" ContentType="application/vnd.openxmlformats-package.relationships+xml"/>
  <Override PartName="/ppt/media/image1.png" ContentType="image/png"/>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charts/chart1.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49" r:id="rId3"/>
  </p:sldMasterIdLst>
  <p:sldIdLst>
    <p:sldId id="256" r:id="rId4"/>
    <p:sldId id="257" r:id="rId5"/>
    <p:sldId id="258" r:id="rId6"/>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b="0" sz="1000" strike="noStrike" u="none">
                    <a:solidFill>
                      <a:srgbClr val="000000"/>
                    </a:solidFill>
                    <a:uFillTx/>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b="0" sz="1000" strike="noStrike" u="none">
                    <a:solidFill>
                      <a:srgbClr val="000000"/>
                    </a:solidFill>
                    <a:uFillTx/>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b="0" sz="1000" strike="noStrike" u="none">
                    <a:solidFill>
                      <a:srgbClr val="000000"/>
                    </a:solidFill>
                    <a:uFillTx/>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45819938"/>
        <c:axId val="76912985"/>
      </c:barChart>
      <c:catAx>
        <c:axId val="45819938"/>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b="0" sz="1000" strike="noStrike" u="none">
                <a:solidFill>
                  <a:srgbClr val="000000"/>
                </a:solidFill>
                <a:uFillTx/>
                <a:latin typeface="Arial"/>
              </a:defRPr>
            </a:pPr>
          </a:p>
        </c:txPr>
        <c:crossAx val="76912985"/>
        <c:crosses val="autoZero"/>
        <c:auto val="1"/>
        <c:lblAlgn val="ctr"/>
        <c:lblOffset val="100"/>
        <c:noMultiLvlLbl val="0"/>
      </c:catAx>
      <c:valAx>
        <c:axId val="76912985"/>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b="0" sz="1000" strike="noStrike" u="none">
                <a:solidFill>
                  <a:srgbClr val="000000"/>
                </a:solidFill>
                <a:uFillTx/>
                <a:latin typeface="Arial"/>
              </a:defRPr>
            </a:pPr>
          </a:p>
        </c:txPr>
        <c:crossAx val="45819938"/>
        <c:crosses val="autoZero"/>
        <c:crossBetween val="between"/>
      </c:valAx>
      <c:spPr>
        <a:noFill/>
        <a:ln w="0">
          <a:solidFill>
            <a:srgbClr val="b3b3b3"/>
          </a:solidFill>
        </a:ln>
      </c:spPr>
    </c:plotArea>
    <c:legend>
      <c:legendPos val="r"/>
      <c:overlay val="0"/>
      <c:spPr>
        <a:noFill/>
        <a:ln w="0">
          <a:noFill/>
        </a:ln>
      </c:spPr>
      <c:txPr>
        <a:bodyPr/>
        <a:lstStyle/>
        <a:p>
          <a:pPr>
            <a:defRPr b="0" sz="1000" strike="noStrike" u="none">
              <a:solidFill>
                <a:srgbClr val="000000"/>
              </a:solidFill>
              <a:uFillTx/>
              <a:latin typeface="Arial"/>
            </a:defRPr>
          </a:pPr>
        </a:p>
      </c:txPr>
    </c:legend>
    <c:plotVisOnly val="1"/>
    <c:dispBlanksAs val="gap"/>
  </c:chart>
  <c:spPr>
    <a:noFill/>
    <a:ln w="0">
      <a:noFill/>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1">
    <p:spTree>
      <p:nvGrpSpPr>
        <p:cNvPr id="1" name=""/>
        <p:cNvGrpSpPr/>
        <p:nvPr/>
      </p:nvGrpSpPr>
      <p:grpSpPr>
        <a:xfrm>
          <a:off x="0" y="0"/>
          <a:ext cx="0" cy="0"/>
          <a:chOff x="0" y="0"/>
          <a:chExt cx="0" cy="0"/>
        </a:xfrm>
      </p:grpSpPr>
      <p:sp>
        <p:nvSpPr>
          <p:cNvPr id="11"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3600" strike="noStrike" u="none">
              <a:solidFill>
                <a:srgbClr val="000000"/>
              </a:solidFill>
              <a:uFillTx/>
              <a:latin typeface="Arial"/>
            </a:endParaRPr>
          </a:p>
        </p:txBody>
      </p:sp>
      <p:sp>
        <p:nvSpPr>
          <p:cNvPr id="12" name="PlaceHolder 2"/>
          <p:cNvSpPr>
            <a:spLocks noGrp="1"/>
          </p:cNvSpPr>
          <p:nvPr>
            <p:ph/>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600" strike="noStrike" u="none">
              <a:solidFill>
                <a:srgbClr val="000000"/>
              </a:solidFill>
              <a:uFillTx/>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8E9F8B1-C762-439D-9BDB-18873ACCFBC4}"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spTree>
      <p:nvGrpSpPr>
        <p:cNvPr id="1" name=""/>
        <p:cNvGrpSpPr/>
        <p:nvPr/>
      </p:nvGrpSpPr>
      <p:grpSpPr>
        <a:xfrm>
          <a:off x="0" y="0"/>
          <a:ext cx="0" cy="0"/>
          <a:chOff x="0" y="0"/>
          <a:chExt cx="0" cy="0"/>
        </a:xfrm>
      </p:grpSpPr>
      <p:sp>
        <p:nvSpPr>
          <p:cNvPr id="13"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3600" strike="noStrike" u="none">
              <a:solidFill>
                <a:srgbClr val="000000"/>
              </a:solidFill>
              <a:uFillTx/>
              <a:latin typeface="Arial"/>
            </a:endParaRPr>
          </a:p>
        </p:txBody>
      </p:sp>
      <p:sp>
        <p:nvSpPr>
          <p:cNvPr id="14" name="PlaceHolder 2"/>
          <p:cNvSpPr>
            <a:spLocks noGrp="1"/>
          </p:cNvSpPr>
          <p:nvPr>
            <p:ph type="subTitle"/>
          </p:nvPr>
        </p:nvSpPr>
        <p:spPr>
          <a:xfrm>
            <a:off x="502920" y="1800000"/>
            <a:ext cx="9070920" cy="4383000"/>
          </a:xfrm>
          <a:prstGeom prst="rect">
            <a:avLst/>
          </a:prstGeom>
          <a:noFill/>
          <a:ln w="0">
            <a:noFill/>
          </a:ln>
        </p:spPr>
        <p:txBody>
          <a:bodyPr lIns="0" rIns="0" tIns="0" bIns="0" anchor="ctr">
            <a:noAutofit/>
          </a:bodyPr>
          <a:p>
            <a:pPr marL="343080" indent="-343080" algn="ctr">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3200" strike="noStrike" u="none">
              <a:solidFill>
                <a:srgbClr val="000000"/>
              </a:solidFill>
              <a:uFillTx/>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8A21E139-5EE2-4F38-B1E7-F60B15ECDA93}" type="slidenum">
              <a:t>&lt;#&gt;</a:t>
            </a:fld>
          </a:p>
        </p:txBody>
      </p:sp>
      <p:sp>
        <p:nvSpPr>
          <p:cNvPr id="6" name="PlaceHolder 5"/>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02920" y="301320"/>
            <a:ext cx="9069480" cy="1260360"/>
          </a:xfrm>
          <a:prstGeom prst="rect">
            <a:avLst/>
          </a:prstGeom>
          <a:noFill/>
          <a:ln w="0">
            <a:noFill/>
          </a:ln>
        </p:spPr>
        <p:txBody>
          <a:bodyPr lIns="0" rIns="0" tIns="0" bIns="0" anchor="ctr">
            <a:noAutofit/>
          </a:bodyPr>
          <a:p>
            <a:pPr indent="0" algn="ctr">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400" strike="noStrike" u="none">
                <a:solidFill>
                  <a:srgbClr val="000000"/>
                </a:solidFill>
                <a:uFillTx/>
                <a:latin typeface="Arial"/>
              </a:rPr>
              <a:t>Click to edit the title text format</a:t>
            </a:r>
            <a:endParaRPr b="0" lang="en-US" sz="4400" strike="noStrike" u="none">
              <a:solidFill>
                <a:srgbClr val="000000"/>
              </a:solidFill>
              <a:uFillTx/>
              <a:latin typeface="Arial"/>
            </a:endParaRPr>
          </a:p>
        </p:txBody>
      </p:sp>
      <p:sp>
        <p:nvSpPr>
          <p:cNvPr id="1" name="PlaceHolder 2"/>
          <p:cNvSpPr>
            <a:spLocks noGrp="1"/>
          </p:cNvSpPr>
          <p:nvPr>
            <p:ph type="body"/>
          </p:nvPr>
        </p:nvSpPr>
        <p:spPr>
          <a:xfrm>
            <a:off x="502920" y="1768320"/>
            <a:ext cx="9069480" cy="4383360"/>
          </a:xfrm>
          <a:prstGeom prst="rect">
            <a:avLst/>
          </a:prstGeom>
          <a:noFill/>
          <a:ln w="0">
            <a:noFill/>
          </a:ln>
        </p:spPr>
        <p:txBody>
          <a:bodyPr lIns="0" rIns="0" tIns="2412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uFillTx/>
                <a:latin typeface="Arial"/>
              </a:rPr>
              <a:t>Click to edit the outline text format</a:t>
            </a:r>
            <a:endParaRPr b="0" lang="en-US" sz="3200" strike="noStrike" u="none">
              <a:solidFill>
                <a:srgbClr val="000000"/>
              </a:solidFill>
              <a:uFillTx/>
              <a:latin typeface="Arial"/>
            </a:endParaRPr>
          </a:p>
          <a:p>
            <a:pPr lvl="1"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uFillTx/>
                <a:latin typeface="Arial"/>
              </a:rPr>
              <a:t>Second Outline Level</a:t>
            </a:r>
            <a:endParaRPr b="0" lang="en-US" sz="3200" strike="noStrike" u="none">
              <a:solidFill>
                <a:srgbClr val="000000"/>
              </a:solidFill>
              <a:uFillTx/>
              <a:latin typeface="Arial"/>
            </a:endParaRPr>
          </a:p>
          <a:p>
            <a:pPr lvl="2"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uFillTx/>
                <a:latin typeface="Arial"/>
              </a:rPr>
              <a:t>Third Outline Level</a:t>
            </a:r>
            <a:endParaRPr b="0" lang="en-US" sz="3200" strike="noStrike" u="none">
              <a:solidFill>
                <a:srgbClr val="000000"/>
              </a:solidFill>
              <a:uFillTx/>
              <a:latin typeface="Arial"/>
            </a:endParaRPr>
          </a:p>
          <a:p>
            <a:pPr lvl="3"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uFillTx/>
                <a:latin typeface="Arial"/>
              </a:rPr>
              <a:t>Fourth Outline Level</a:t>
            </a:r>
            <a:endParaRPr b="0" lang="en-US" sz="3200" strike="noStrike" u="none">
              <a:solidFill>
                <a:srgbClr val="000000"/>
              </a:solidFill>
              <a:uFillTx/>
              <a:latin typeface="Arial"/>
            </a:endParaRPr>
          </a:p>
          <a:p>
            <a:pPr lvl="4"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uFillTx/>
                <a:latin typeface="Arial"/>
              </a:rPr>
              <a:t>Fifth Outline Level</a:t>
            </a:r>
            <a:endParaRPr b="0" lang="en-US" sz="3200" strike="noStrike" u="none">
              <a:solidFill>
                <a:srgbClr val="000000"/>
              </a:solidFill>
              <a:uFillTx/>
              <a:latin typeface="Arial"/>
            </a:endParaRPr>
          </a:p>
          <a:p>
            <a:pPr lvl="5"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uFillTx/>
                <a:latin typeface="Arial"/>
              </a:rPr>
              <a:t>Sixth Outline Level</a:t>
            </a:r>
            <a:endParaRPr b="0" lang="en-US" sz="3200" strike="noStrike" u="none">
              <a:solidFill>
                <a:srgbClr val="000000"/>
              </a:solidFill>
              <a:uFillTx/>
              <a:latin typeface="Arial"/>
            </a:endParaRPr>
          </a:p>
          <a:p>
            <a:pPr lvl="6"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200" strike="noStrike" u="none">
                <a:solidFill>
                  <a:srgbClr val="000000"/>
                </a:solidFill>
                <a:uFillTx/>
                <a:latin typeface="Arial"/>
              </a:rPr>
              <a:t>Seventh Outline Level</a:t>
            </a:r>
            <a:endParaRPr b="0" lang="en-US" sz="3200" strike="noStrike" u="none">
              <a:solidFill>
                <a:srgbClr val="000000"/>
              </a:solidFill>
              <a:uFillTx/>
              <a:latin typeface="Arial"/>
            </a:endParaRPr>
          </a:p>
        </p:txBody>
      </p:sp>
      <p:sp>
        <p:nvSpPr>
          <p:cNvPr id="2" name="PlaceHolder 3"/>
          <p:cNvSpPr>
            <a:spLocks noGrp="1"/>
          </p:cNvSpPr>
          <p:nvPr>
            <p:ph type="dt" idx="1"/>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trike="noStrike" u="none">
                <a:solidFill>
                  <a:srgbClr val="000000"/>
                </a:solidFill>
                <a:uFillTx/>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trike="noStrike" u="none">
                <a:solidFill>
                  <a:srgbClr val="000000"/>
                </a:solidFill>
                <a:uFillTx/>
                <a:latin typeface="Times New Roman"/>
                <a:ea typeface="DejaVu Sans"/>
              </a:rPr>
              <a:t>&lt;date/time&gt;</a:t>
            </a:r>
            <a:endParaRPr b="0" lang="en-US" sz="1400" strike="noStrike" u="none">
              <a:solidFill>
                <a:srgbClr val="000000"/>
              </a:solidFill>
              <a:uFillTx/>
              <a:latin typeface="Times New Roman"/>
            </a:endParaRPr>
          </a:p>
        </p:txBody>
      </p:sp>
      <p:sp>
        <p:nvSpPr>
          <p:cNvPr id="3" name="PlaceHolder 4"/>
          <p:cNvSpPr>
            <a:spLocks noGrp="1"/>
          </p:cNvSpPr>
          <p:nvPr>
            <p:ph type="ftr" idx="2"/>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trike="noStrike" u="none">
                <a:solidFill>
                  <a:srgbClr val="000000"/>
                </a:solidFill>
                <a:uFillTx/>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trike="noStrike" u="none">
                <a:solidFill>
                  <a:srgbClr val="000000"/>
                </a:solidFill>
                <a:uFillTx/>
                <a:latin typeface="Times New Roman"/>
                <a:ea typeface="DejaVu Sans"/>
              </a:rPr>
              <a:t>&lt;footer&gt;</a:t>
            </a:r>
            <a:endParaRPr b="0" lang="en-US" sz="1400" strike="noStrike" u="none">
              <a:solidFill>
                <a:srgbClr val="000000"/>
              </a:solidFill>
              <a:uFillTx/>
              <a:latin typeface="Times New Roman"/>
            </a:endParaRPr>
          </a:p>
        </p:txBody>
      </p:sp>
      <p:sp>
        <p:nvSpPr>
          <p:cNvPr id="4" name="PlaceHolder 5"/>
          <p:cNvSpPr>
            <a:spLocks noGrp="1"/>
          </p:cNvSpPr>
          <p:nvPr>
            <p:ph type="sldNum" idx="3"/>
          </p:nvPr>
        </p:nvSpPr>
        <p:spPr>
          <a:xfrm>
            <a:off x="722772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trike="noStrike" u="none">
                <a:solidFill>
                  <a:srgbClr val="000000"/>
                </a:solidFill>
                <a:uFillTx/>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E4DEB516-0035-4C69-A12E-7C1D27BFF2BB}" type="slidenum">
              <a:rPr b="0" lang="en-US" sz="1400" strike="noStrike" u="none">
                <a:solidFill>
                  <a:srgbClr val="000000"/>
                </a:solidFill>
                <a:uFillTx/>
                <a:latin typeface="Times New Roman"/>
                <a:ea typeface="DejaVu Sans"/>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 name="" descr=""/>
          <p:cNvPicPr/>
          <p:nvPr/>
        </p:nvPicPr>
        <p:blipFill>
          <a:blip r:embed="rId2"/>
          <a:stretch/>
        </p:blipFill>
        <p:spPr>
          <a:xfrm>
            <a:off x="0" y="0"/>
            <a:ext cx="10078920" cy="7559640"/>
          </a:xfrm>
          <a:prstGeom prst="rect">
            <a:avLst/>
          </a:prstGeom>
          <a:ln w="0">
            <a:noFill/>
          </a:ln>
        </p:spPr>
      </p:pic>
      <p:sp>
        <p:nvSpPr>
          <p:cNvPr id="6"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600" strike="noStrike" u="none">
                <a:solidFill>
                  <a:srgbClr val="000000"/>
                </a:solidFill>
                <a:uFillTx/>
                <a:latin typeface="Arial"/>
              </a:rPr>
              <a:t>Click to edit the title text format</a:t>
            </a:r>
            <a:endParaRPr b="0" lang="en-US" sz="3600" strike="noStrike" u="none">
              <a:solidFill>
                <a:srgbClr val="000000"/>
              </a:solidFill>
              <a:uFillTx/>
              <a:latin typeface="Arial"/>
            </a:endParaRPr>
          </a:p>
        </p:txBody>
      </p:sp>
      <p:sp>
        <p:nvSpPr>
          <p:cNvPr id="7" name="PlaceHolder 2"/>
          <p:cNvSpPr>
            <a:spLocks noGrp="1"/>
          </p:cNvSpPr>
          <p:nvPr>
            <p:ph type="body"/>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trike="noStrike" u="none">
                <a:solidFill>
                  <a:srgbClr val="000000"/>
                </a:solidFill>
                <a:uFillTx/>
                <a:latin typeface="Arial"/>
              </a:rPr>
              <a:t>Click to edit the outline text format</a:t>
            </a:r>
            <a:endParaRPr b="0" lang="en-US" sz="2600" strike="noStrike" u="none">
              <a:solidFill>
                <a:srgbClr val="000000"/>
              </a:solidFill>
              <a:uFillTx/>
              <a:latin typeface="Arial"/>
            </a:endParaRPr>
          </a:p>
          <a:p>
            <a:pPr lvl="1"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trike="noStrike" u="none">
                <a:solidFill>
                  <a:srgbClr val="000000"/>
                </a:solidFill>
                <a:uFillTx/>
                <a:latin typeface="Arial"/>
              </a:rPr>
              <a:t>Second Outline Level</a:t>
            </a:r>
            <a:endParaRPr b="0" lang="en-US" sz="2600" strike="noStrike" u="none">
              <a:solidFill>
                <a:srgbClr val="000000"/>
              </a:solidFill>
              <a:uFillTx/>
              <a:latin typeface="Arial"/>
            </a:endParaRPr>
          </a:p>
          <a:p>
            <a:pPr lvl="2"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trike="noStrike" u="none">
                <a:solidFill>
                  <a:srgbClr val="000000"/>
                </a:solidFill>
                <a:uFillTx/>
                <a:latin typeface="Arial"/>
              </a:rPr>
              <a:t>Third Outline Level</a:t>
            </a:r>
            <a:endParaRPr b="0" lang="en-US" sz="2600" strike="noStrike" u="none">
              <a:solidFill>
                <a:srgbClr val="000000"/>
              </a:solidFill>
              <a:uFillTx/>
              <a:latin typeface="Arial"/>
            </a:endParaRPr>
          </a:p>
          <a:p>
            <a:pPr lvl="3"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trike="noStrike" u="none">
                <a:solidFill>
                  <a:srgbClr val="000000"/>
                </a:solidFill>
                <a:uFillTx/>
                <a:latin typeface="Arial"/>
              </a:rPr>
              <a:t>Fourth Outline Level</a:t>
            </a:r>
            <a:endParaRPr b="0" lang="en-US" sz="2600" strike="noStrike" u="none">
              <a:solidFill>
                <a:srgbClr val="000000"/>
              </a:solidFill>
              <a:uFillTx/>
              <a:latin typeface="Arial"/>
            </a:endParaRPr>
          </a:p>
          <a:p>
            <a:pPr lvl="4"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trike="noStrike" u="none">
                <a:solidFill>
                  <a:srgbClr val="000000"/>
                </a:solidFill>
                <a:uFillTx/>
                <a:latin typeface="Arial"/>
              </a:rPr>
              <a:t>Fifth Outline Level</a:t>
            </a:r>
            <a:endParaRPr b="0" lang="en-US" sz="2600" strike="noStrike" u="none">
              <a:solidFill>
                <a:srgbClr val="000000"/>
              </a:solidFill>
              <a:uFillTx/>
              <a:latin typeface="Arial"/>
            </a:endParaRPr>
          </a:p>
          <a:p>
            <a:pPr lvl="5"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trike="noStrike" u="none">
                <a:solidFill>
                  <a:srgbClr val="000000"/>
                </a:solidFill>
                <a:uFillTx/>
                <a:latin typeface="Arial"/>
              </a:rPr>
              <a:t>Sixth Outline Level</a:t>
            </a:r>
            <a:endParaRPr b="0" lang="en-US" sz="2600" strike="noStrike" u="none">
              <a:solidFill>
                <a:srgbClr val="000000"/>
              </a:solidFill>
              <a:uFillTx/>
              <a:latin typeface="Arial"/>
            </a:endParaRPr>
          </a:p>
          <a:p>
            <a:pPr lvl="6"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600" strike="noStrike" u="none">
                <a:solidFill>
                  <a:srgbClr val="000000"/>
                </a:solidFill>
                <a:uFillTx/>
                <a:latin typeface="Arial"/>
              </a:rPr>
              <a:t>Seventh Outline Level</a:t>
            </a:r>
            <a:endParaRPr b="0" lang="en-US" sz="2600" strike="noStrike" u="none">
              <a:solidFill>
                <a:srgbClr val="000000"/>
              </a:solidFill>
              <a:uFillTx/>
              <a:latin typeface="Arial"/>
            </a:endParaRPr>
          </a:p>
        </p:txBody>
      </p:sp>
      <p:sp>
        <p:nvSpPr>
          <p:cNvPr id="8" name="PlaceHolder 3"/>
          <p:cNvSpPr>
            <a:spLocks noGrp="1"/>
          </p:cNvSpPr>
          <p:nvPr>
            <p:ph type="dt" idx="4"/>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trike="noStrike" u="none">
                <a:solidFill>
                  <a:srgbClr val="000000"/>
                </a:solidFill>
                <a:uFillTx/>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trike="noStrike" u="none">
                <a:solidFill>
                  <a:srgbClr val="000000"/>
                </a:solidFill>
                <a:uFillTx/>
                <a:latin typeface="Times New Roman"/>
                <a:ea typeface="DejaVu Sans"/>
              </a:rPr>
              <a:t>&lt;date/time&gt;</a:t>
            </a:r>
            <a:endParaRPr b="0" lang="en-US" sz="1400" strike="noStrike" u="none">
              <a:solidFill>
                <a:srgbClr val="000000"/>
              </a:solidFill>
              <a:uFillTx/>
              <a:latin typeface="Times New Roman"/>
            </a:endParaRPr>
          </a:p>
        </p:txBody>
      </p:sp>
      <p:sp>
        <p:nvSpPr>
          <p:cNvPr id="9" name="PlaceHolder 4"/>
          <p:cNvSpPr>
            <a:spLocks noGrp="1"/>
          </p:cNvSpPr>
          <p:nvPr>
            <p:ph type="ftr" idx="5"/>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trike="noStrike" u="none">
                <a:solidFill>
                  <a:srgbClr val="000000"/>
                </a:solidFill>
                <a:uFillTx/>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trike="noStrike" u="none">
                <a:solidFill>
                  <a:srgbClr val="000000"/>
                </a:solidFill>
                <a:uFillTx/>
                <a:latin typeface="Times New Roman"/>
                <a:ea typeface="DejaVu Sans"/>
              </a:rPr>
              <a:t>&lt;footer&gt;</a:t>
            </a:r>
            <a:endParaRPr b="0" lang="en-US" sz="1400" strike="noStrike" u="none">
              <a:solidFill>
                <a:srgbClr val="000000"/>
              </a:solidFill>
              <a:uFillTx/>
              <a:latin typeface="Times New Roman"/>
            </a:endParaRPr>
          </a:p>
        </p:txBody>
      </p:sp>
      <p:sp>
        <p:nvSpPr>
          <p:cNvPr id="10" name="PlaceHolder 5"/>
          <p:cNvSpPr>
            <a:spLocks noGrp="1"/>
          </p:cNvSpPr>
          <p:nvPr>
            <p:ph type="sldNum" idx="6"/>
          </p:nvPr>
        </p:nvSpPr>
        <p:spPr>
          <a:xfrm>
            <a:off x="722628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trike="noStrike" u="none">
                <a:solidFill>
                  <a:srgbClr val="000000"/>
                </a:solidFill>
                <a:uFillTx/>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28A8279C-1394-446B-8894-D2FCBBBAF198}" type="slidenum">
              <a:rPr b="0" lang="en-US" sz="1400" strike="noStrike" u="none">
                <a:solidFill>
                  <a:srgbClr val="000000"/>
                </a:solidFill>
                <a:uFillTx/>
                <a:latin typeface="Times New Roman"/>
                <a:ea typeface="DejaVu Sans"/>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trike="noStrike" u="none">
                <a:solidFill>
                  <a:srgbClr val="000000"/>
                </a:solidFill>
                <a:uFillTx/>
                <a:latin typeface="Arial"/>
              </a:rPr>
              <a:t>Lorem ipsum</a:t>
            </a:r>
            <a:endParaRPr b="0" lang="en-US" sz="3600" strike="noStrike" u="none">
              <a:solidFill>
                <a:srgbClr val="000000"/>
              </a:solidFill>
              <a:uFillTx/>
              <a:latin typeface="Arial"/>
            </a:endParaRPr>
          </a:p>
        </p:txBody>
      </p:sp>
      <p:sp>
        <p:nvSpPr>
          <p:cNvPr id="16" name="PlaceHolder 2"/>
          <p:cNvSpPr>
            <a:spLocks noGrp="1"/>
          </p:cNvSpPr>
          <p:nvPr>
            <p:ph type="subTitle"/>
          </p:nvPr>
        </p:nvSpPr>
        <p:spPr>
          <a:xfrm>
            <a:off x="502920" y="1800000"/>
            <a:ext cx="9072360" cy="4384440"/>
          </a:xfrm>
          <a:prstGeom prst="rect">
            <a:avLst/>
          </a:prstGeom>
          <a:noFill/>
          <a:ln w="0">
            <a:noFill/>
          </a:ln>
        </p:spPr>
        <p:txBody>
          <a:bodyPr lIns="0" rIns="0" tIns="1152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500" strike="noStrike" u="none">
                <a:solidFill>
                  <a:srgbClr val="000000"/>
                </a:solidFill>
                <a:uFillTx/>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b="0" lang="en-US" sz="1500" strike="noStrike" u="none">
              <a:solidFill>
                <a:srgbClr val="000000"/>
              </a:solidFill>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500" strike="noStrike" u="none">
              <a:solidFill>
                <a:srgbClr val="000000"/>
              </a:solidFill>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500" strike="noStrike" u="none">
                <a:solidFill>
                  <a:srgbClr val="000000"/>
                </a:solidFill>
                <a:uFillTx/>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b="0" lang="en-US" sz="1500" strike="noStrike" u="none">
              <a:solidFill>
                <a:srgbClr val="000000"/>
              </a:solidFill>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500" strike="noStrike" u="none">
              <a:solidFill>
                <a:srgbClr val="000000"/>
              </a:solidFill>
              <a:uFillTx/>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nodeType="clickEffect" fill="hold" presetClass="entr" presetID="1">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nodeType="clickEffect" fill="hold" presetClass="entr" presetID="1">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nodeType="clickEffect" fill="hold" presetClass="entr" presetID="1">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trike="noStrike" u="none">
                <a:solidFill>
                  <a:srgbClr val="000000"/>
                </a:solidFill>
                <a:uFillTx/>
                <a:latin typeface="Arial"/>
              </a:rPr>
              <a:t>Chart</a:t>
            </a:r>
            <a:endParaRPr b="0" lang="en-US" sz="3600" strike="noStrike" u="none">
              <a:solidFill>
                <a:srgbClr val="000000"/>
              </a:solidFill>
              <a:uFillTx/>
              <a:latin typeface="Arial"/>
            </a:endParaRPr>
          </a:p>
        </p:txBody>
      </p:sp>
      <p:graphicFrame>
        <p:nvGraphicFramePr>
          <p:cNvPr id="18"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nodeType="clickEffect" fill="hold" presetClass="entr" presetID="1">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nodeType="clickEffect" fill="hold" presetClass="entr" presetID="1">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trike="noStrike" u="none">
                <a:solidFill>
                  <a:srgbClr val="000000"/>
                </a:solidFill>
                <a:uFillTx/>
                <a:latin typeface="Arial"/>
              </a:rPr>
              <a:t>Table</a:t>
            </a:r>
            <a:endParaRPr b="0" lang="en-US" sz="3600" strike="noStrike" u="none">
              <a:solidFill>
                <a:srgbClr val="000000"/>
              </a:solidFill>
              <a:uFillTx/>
              <a:latin typeface="Arial"/>
            </a:endParaRPr>
          </a:p>
        </p:txBody>
      </p:sp>
      <p:graphicFrame>
        <p:nvGraphicFramePr>
          <p:cNvPr id="20"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trike="noStrike" u="none">
                          <a:solidFill>
                            <a:srgbClr val="000000"/>
                          </a:solidFill>
                          <a:uFillTx/>
                          <a:latin typeface="Arial"/>
                        </a:rPr>
                        <a:t>Column 1</a:t>
                      </a: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trike="noStrike" u="none">
                          <a:solidFill>
                            <a:srgbClr val="000000"/>
                          </a:solidFill>
                          <a:uFillTx/>
                          <a:latin typeface="Arial"/>
                          <a:ea typeface="DejaVu Sans"/>
                        </a:rPr>
                        <a:t>Column 2</a:t>
                      </a: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trike="noStrike" u="none">
                          <a:solidFill>
                            <a:srgbClr val="000000"/>
                          </a:solidFill>
                          <a:uFillTx/>
                          <a:latin typeface="Arial"/>
                          <a:ea typeface="DejaVu Sans"/>
                        </a:rPr>
                        <a:t>Column 3</a:t>
                      </a: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trike="noStrike" u="none">
                          <a:solidFill>
                            <a:srgbClr val="000000"/>
                          </a:solidFill>
                          <a:uFillTx/>
                          <a:latin typeface="Arial"/>
                          <a:ea typeface="DejaVu Sans"/>
                        </a:rPr>
                        <a:t>Column 4</a:t>
                      </a: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trike="noStrike" u="none">
                          <a:solidFill>
                            <a:srgbClr val="000000"/>
                          </a:solidFill>
                          <a:uFillTx/>
                          <a:latin typeface="Arial"/>
                          <a:ea typeface="DejaVu Sans"/>
                        </a:rPr>
                        <a:t>Column 5</a:t>
                      </a:r>
                      <a:endParaRPr b="0" lang="en-US" sz="1800" strike="noStrike" u="none">
                        <a:solidFill>
                          <a:srgbClr val="000000"/>
                        </a:solidFill>
                        <a:uFillTx/>
                        <a:latin typeface="Arial"/>
                      </a:endParaRPr>
                    </a:p>
                    <a:p>
                      <a:pPr>
                        <a:lnSpc>
                          <a:spcPct val="93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n-US" sz="1800" strike="noStrike" u="none">
                        <a:solidFill>
                          <a:srgbClr val="000000"/>
                        </a:solidFill>
                        <a:uFillTx/>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nodeType="clickEffect" fill="hold" presetClass="entr" presetID="1">
                                  <p:stCondLst>
                                    <p:cond delay="0"/>
                                  </p:stCondLst>
                                  <p:childTnLst>
                                    <p:set>
                                      <p:cBhvr>
                                        <p:cTn id="30"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nodeType="clickEffect" fill="hold" presetClass="entr" presetID="1">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LibreOffice/24.8.0.3$MacOSX_AARCH64 LibreOffice_project/0bdf1299c94fe897b119f97f3c613e9dca6be583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2017-08-10T14:58:16Z</dcterms:created>
  <dc:creator/>
  <dc:description/>
  <dc:language>en-US</dc:language>
  <cp:lastModifiedBy/>
  <cp:revision>0</cp:revision>
  <dc:subject/>
  <dc:title/>
</cp:coreProperties>
</file>